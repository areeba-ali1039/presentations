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3" r:id="rId4"/>
    <p:sldId id="264" r:id="rId5"/>
    <p:sldId id="268" r:id="rId6"/>
    <p:sldId id="257" r:id="rId7"/>
    <p:sldId id="258" r:id="rId8"/>
    <p:sldId id="259" r:id="rId9"/>
    <p:sldId id="266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39091"/>
            <a:ext cx="7772400" cy="4738254"/>
          </a:xfrm>
        </p:spPr>
        <p:txBody>
          <a:bodyPr>
            <a:normAutofit/>
          </a:bodyPr>
          <a:lstStyle/>
          <a:p>
            <a:r>
              <a:rPr lang="en-GB" sz="6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Name : Areeba Ali</a:t>
            </a:r>
            <a:br>
              <a:rPr lang="en-GB" b="1" dirty="0"/>
            </a:br>
            <a:r>
              <a:rPr lang="en-GB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Topic : </a:t>
            </a:r>
            <a:r>
              <a:rPr lang="en-US" sz="48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InterProcess</a:t>
            </a:r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Communication via Shared Files</a:t>
            </a:r>
            <a:endParaRPr sz="4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80F9-E805-EAFB-5135-5A95AD93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231573" cy="1143000"/>
          </a:xfrm>
        </p:spPr>
        <p:txBody>
          <a:bodyPr>
            <a:normAutofit/>
          </a:bodyPr>
          <a:lstStyle/>
          <a:p>
            <a:r>
              <a:rPr lang="en-GB" sz="60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Process :</a:t>
            </a:r>
            <a:endParaRPr lang="en-US" sz="6000" b="1" dirty="0">
              <a:solidFill>
                <a:schemeClr val="accent2">
                  <a:lumMod val="50000"/>
                </a:schemeClr>
              </a:solidFill>
              <a:highlight>
                <a:srgbClr val="8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EF87E-EF8B-C69D-D23D-E31B6DF85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process</a:t>
            </a:r>
            <a:r>
              <a:rPr lang="en-US" dirty="0"/>
              <a:t> is simply a </a:t>
            </a:r>
            <a:r>
              <a:rPr lang="en-US" b="1" dirty="0"/>
              <a:t>program that is currently running</a:t>
            </a:r>
            <a:r>
              <a:rPr lang="en-US" dirty="0"/>
              <a:t> on a computer.</a:t>
            </a:r>
          </a:p>
          <a:p>
            <a:r>
              <a:rPr lang="en-US" b="1" dirty="0"/>
              <a:t>A process has:</a:t>
            </a:r>
          </a:p>
          <a:p>
            <a:r>
              <a:rPr lang="en-US" b="1" dirty="0"/>
              <a:t>Its own memory</a:t>
            </a:r>
            <a:endParaRPr lang="en-US" dirty="0"/>
          </a:p>
          <a:p>
            <a:r>
              <a:rPr lang="en-US" b="1" dirty="0"/>
              <a:t>A unique PID</a:t>
            </a:r>
            <a:r>
              <a:rPr lang="en-US" dirty="0"/>
              <a:t> </a:t>
            </a:r>
          </a:p>
          <a:p>
            <a:r>
              <a:rPr lang="en-US" b="1" dirty="0"/>
              <a:t>CPU time</a:t>
            </a:r>
            <a:endParaRPr lang="en-US" dirty="0"/>
          </a:p>
          <a:p>
            <a:r>
              <a:rPr lang="en-US" b="1" dirty="0"/>
              <a:t>Resources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highlight>
                  <a:srgbClr val="C0C0C0"/>
                </a:highlight>
              </a:rPr>
              <a:t>Example :</a:t>
            </a:r>
          </a:p>
          <a:p>
            <a:r>
              <a:rPr lang="en-US" dirty="0"/>
              <a:t>Opening Chrome → creates multiple processes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7975-1FA2-E809-F1EB-1B133AE2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dirty="0" err="1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InterProcessCommunication</a:t>
            </a:r>
            <a:r>
              <a:rPr lang="en-GB" sz="54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 </a:t>
            </a:r>
            <a:r>
              <a:rPr lang="en-GB" sz="5400" b="1" dirty="0">
                <a:solidFill>
                  <a:schemeClr val="accent2">
                    <a:lumMod val="50000"/>
                  </a:schemeClr>
                </a:solidFill>
              </a:rPr>
              <a:t>:</a:t>
            </a:r>
            <a:endParaRPr lang="en-US" sz="5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2E78-9867-3555-6BF7-5C056F97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GB" dirty="0"/>
              <a:t>“The way in which processes communicates with each other .”</a:t>
            </a:r>
          </a:p>
          <a:p>
            <a:r>
              <a:rPr lang="en-GB" b="1" dirty="0">
                <a:solidFill>
                  <a:schemeClr val="accent2">
                    <a:lumMod val="50000"/>
                  </a:schemeClr>
                </a:solidFill>
                <a:highlight>
                  <a:srgbClr val="C0C0C0"/>
                </a:highlight>
              </a:rPr>
              <a:t>TYPES :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  <a:sym typeface="Wingdings" panose="05000000000000000000" pitchFamily="2" charset="2"/>
              </a:rPr>
              <a:t> 2 types</a:t>
            </a:r>
          </a:p>
          <a:p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Independent Processes</a:t>
            </a:r>
          </a:p>
          <a:p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Cooperating Processes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77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0190-B925-3C22-EB74-8BB1CA17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730807"/>
          </a:xfrm>
        </p:spPr>
        <p:txBody>
          <a:bodyPr>
            <a:noAutofit/>
          </a:bodyPr>
          <a:lstStyle/>
          <a:p>
            <a:r>
              <a:rPr lang="en-GB" sz="54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Reasons to allow Processes To Communicate :</a:t>
            </a:r>
            <a:endParaRPr lang="en-US" sz="5400" b="1" dirty="0">
              <a:solidFill>
                <a:schemeClr val="accent2">
                  <a:lumMod val="50000"/>
                </a:schemeClr>
              </a:solidFill>
              <a:highlight>
                <a:srgbClr val="8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C9D32-D246-3A00-7933-EBDE2E615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82091"/>
            <a:ext cx="8229600" cy="3944072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Information Sharing</a:t>
            </a:r>
          </a:p>
          <a:p>
            <a:r>
              <a:rPr lang="en-GB" sz="4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Computation </a:t>
            </a:r>
            <a:r>
              <a:rPr lang="en-GB" sz="4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SpeedUp</a:t>
            </a:r>
            <a:endParaRPr lang="en-GB" sz="4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GB" sz="4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Modularity</a:t>
            </a:r>
          </a:p>
          <a:p>
            <a:r>
              <a:rPr lang="en-GB" sz="4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Convenience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04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C336-1015-79B3-C37A-1EEA49101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Common IPC Methods:</a:t>
            </a:r>
            <a:endParaRPr lang="en-US" sz="4800" b="1" dirty="0">
              <a:solidFill>
                <a:schemeClr val="accent2">
                  <a:lumMod val="50000"/>
                </a:schemeClr>
              </a:solidFill>
              <a:highlight>
                <a:srgbClr val="8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57C5F-F301-1B5B-CB16-043BD0625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Pipes</a:t>
            </a:r>
          </a:p>
          <a:p>
            <a:r>
              <a:rPr lang="en-US" dirty="0"/>
              <a:t>Named Pipes (FIFOs)</a:t>
            </a:r>
            <a:r>
              <a:rPr lang="en-US" dirty="0">
                <a:sym typeface="Wingdings" panose="05000000000000000000" pitchFamily="2" charset="2"/>
              </a:rPr>
              <a:t>2 independent program exchanges  the data</a:t>
            </a:r>
            <a:endParaRPr lang="en-US" dirty="0"/>
          </a:p>
          <a:p>
            <a:r>
              <a:rPr lang="en-US" dirty="0"/>
              <a:t>Message Queues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processes to </a:t>
            </a:r>
            <a:r>
              <a:rPr lang="en-US" b="1" dirty="0"/>
              <a:t>send and receive messages</a:t>
            </a:r>
            <a:r>
              <a:rPr lang="en-US" dirty="0"/>
              <a:t> in a structured way.</a:t>
            </a:r>
          </a:p>
          <a:p>
            <a:r>
              <a:rPr lang="en-US" dirty="0"/>
              <a:t>Shared Memory</a:t>
            </a:r>
          </a:p>
          <a:p>
            <a:r>
              <a:rPr lang="en-US" dirty="0"/>
              <a:t>Semaphores</a:t>
            </a:r>
          </a:p>
          <a:p>
            <a:r>
              <a:rPr lang="en-US" dirty="0"/>
              <a:t>Signals</a:t>
            </a:r>
          </a:p>
          <a:p>
            <a:r>
              <a:rPr lang="en-US" dirty="0"/>
              <a:t>Sockets</a:t>
            </a:r>
          </a:p>
        </p:txBody>
      </p:sp>
    </p:spTree>
    <p:extLst>
      <p:ext uri="{BB962C8B-B14F-4D97-AF65-F5344CB8AC3E}">
        <p14:creationId xmlns:p14="http://schemas.microsoft.com/office/powerpoint/2010/main" val="84412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sz="66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IPC via Shared Files</a:t>
            </a:r>
            <a:r>
              <a:rPr lang="en-GB" sz="66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 :</a:t>
            </a:r>
            <a:endParaRPr sz="6600" b="1" dirty="0">
              <a:solidFill>
                <a:schemeClr val="accent2">
                  <a:lumMod val="50000"/>
                </a:schemeClr>
              </a:solidFill>
              <a:highlight>
                <a:srgbClr val="80808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Two or more processes communicate using a common file</a:t>
            </a:r>
          </a:p>
          <a:p>
            <a:r>
              <a:rPr dirty="0"/>
              <a:t>- One process writes data into the file</a:t>
            </a:r>
          </a:p>
          <a:p>
            <a:r>
              <a:rPr dirty="0"/>
              <a:t>- Another process reads the same file</a:t>
            </a:r>
          </a:p>
          <a:p>
            <a:r>
              <a:rPr dirty="0"/>
              <a:t>- Simple and persistent communication 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How It Works</a:t>
            </a:r>
            <a:r>
              <a:rPr lang="en-GB" sz="60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 :</a:t>
            </a:r>
            <a:endParaRPr sz="6000" b="1" dirty="0">
              <a:solidFill>
                <a:schemeClr val="accent2">
                  <a:lumMod val="50000"/>
                </a:schemeClr>
              </a:solidFill>
              <a:highlight>
                <a:srgbClr val="80808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Process A opens a shared file and writes data.</a:t>
            </a:r>
          </a:p>
          <a:p>
            <a:r>
              <a:rPr dirty="0"/>
              <a:t>2. Process B opens the same file and reads data.</a:t>
            </a:r>
          </a:p>
          <a:p>
            <a:r>
              <a:rPr dirty="0"/>
              <a:t>3. File works like a mailbox between processes.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553691" cy="1143000"/>
          </a:xfrm>
        </p:spPr>
        <p:txBody>
          <a:bodyPr>
            <a:normAutofit fontScale="90000"/>
          </a:bodyPr>
          <a:lstStyle/>
          <a:p>
            <a:r>
              <a:rPr lang="en-GB" sz="60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Example 1 :</a:t>
            </a:r>
            <a:endParaRPr sz="6000" b="1" dirty="0">
              <a:solidFill>
                <a:schemeClr val="accent2">
                  <a:lumMod val="50000"/>
                </a:schemeClr>
              </a:solidFill>
              <a:highlight>
                <a:srgbClr val="808080"/>
              </a:highlight>
            </a:endParaRP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D813D09-C861-577A-F163-1E6FEADE6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267692"/>
            <a:ext cx="7741226" cy="531567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1457B-7B8D-19FE-3679-F914903F4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1143000"/>
          </a:xfrm>
        </p:spPr>
        <p:txBody>
          <a:bodyPr>
            <a:normAutofit/>
          </a:bodyPr>
          <a:lstStyle/>
          <a:p>
            <a:r>
              <a:rPr lang="en-GB" sz="60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Example 2 :</a:t>
            </a:r>
            <a:endParaRPr lang="en-US" sz="6000" b="1" dirty="0">
              <a:solidFill>
                <a:schemeClr val="accent2">
                  <a:lumMod val="50000"/>
                </a:schemeClr>
              </a:solidFill>
              <a:highlight>
                <a:srgbClr val="8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91AB9-99ED-C775-A112-B92149408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0800"/>
            <a:ext cx="8229600" cy="5435600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</a:t>
            </a:r>
            <a:r>
              <a:rPr lang="en-US" dirty="0" err="1"/>
              <a:t>unistd.h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fcntl.h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</a:t>
            </a:r>
            <a:r>
              <a:rPr lang="en-US" dirty="0" err="1"/>
              <a:t>fd</a:t>
            </a:r>
            <a:r>
              <a:rPr lang="en-US" dirty="0"/>
              <a:t> = open("file.txt", O_WRONLY | O_CREAT, 0644);</a:t>
            </a:r>
          </a:p>
          <a:p>
            <a:endParaRPr lang="en-US" dirty="0"/>
          </a:p>
          <a:p>
            <a:r>
              <a:rPr lang="en-US" dirty="0"/>
              <a:t>    if (</a:t>
            </a:r>
            <a:r>
              <a:rPr lang="en-US" dirty="0" err="1"/>
              <a:t>fd</a:t>
            </a:r>
            <a:r>
              <a:rPr lang="en-US" dirty="0"/>
              <a:t> &lt; 0) {</a:t>
            </a:r>
          </a:p>
          <a:p>
            <a:r>
              <a:rPr lang="en-US" dirty="0"/>
              <a:t>        </a:t>
            </a:r>
            <a:r>
              <a:rPr lang="en-US" dirty="0" err="1"/>
              <a:t>perror</a:t>
            </a:r>
            <a:r>
              <a:rPr lang="en-US" dirty="0"/>
              <a:t>("open");</a:t>
            </a:r>
          </a:p>
          <a:p>
            <a:r>
              <a:rPr lang="en-US" dirty="0"/>
              <a:t>        return 1;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pid_t</a:t>
            </a:r>
            <a:r>
              <a:rPr lang="en-US" dirty="0"/>
              <a:t> </a:t>
            </a:r>
            <a:r>
              <a:rPr lang="en-US" dirty="0" err="1"/>
              <a:t>pid</a:t>
            </a:r>
            <a:r>
              <a:rPr lang="en-US" dirty="0"/>
              <a:t> = fork();</a:t>
            </a:r>
          </a:p>
          <a:p>
            <a:endParaRPr lang="en-US" dirty="0"/>
          </a:p>
          <a:p>
            <a:r>
              <a:rPr lang="en-US" dirty="0"/>
              <a:t>    if (</a:t>
            </a:r>
            <a:r>
              <a:rPr lang="en-US" dirty="0" err="1"/>
              <a:t>pid</a:t>
            </a:r>
            <a:r>
              <a:rPr lang="en-US" dirty="0"/>
              <a:t> &lt; 0) {</a:t>
            </a:r>
          </a:p>
          <a:p>
            <a:r>
              <a:rPr lang="en-US" dirty="0"/>
              <a:t>        </a:t>
            </a:r>
            <a:r>
              <a:rPr lang="en-US" dirty="0" err="1"/>
              <a:t>perror</a:t>
            </a:r>
            <a:r>
              <a:rPr lang="en-US" dirty="0"/>
              <a:t>("fork");</a:t>
            </a:r>
          </a:p>
          <a:p>
            <a:r>
              <a:rPr lang="en-US" dirty="0"/>
              <a:t>        return 1;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Child process writes</a:t>
            </a:r>
          </a:p>
          <a:p>
            <a:r>
              <a:rPr lang="en-US" dirty="0"/>
              <a:t>    if (</a:t>
            </a:r>
            <a:r>
              <a:rPr lang="en-US" dirty="0" err="1"/>
              <a:t>pid</a:t>
            </a:r>
            <a:r>
              <a:rPr lang="en-US" dirty="0"/>
              <a:t> == 0) {</a:t>
            </a:r>
          </a:p>
          <a:p>
            <a:r>
              <a:rPr lang="en-US" dirty="0"/>
              <a:t>        const char *msg = "Written by child process\n";</a:t>
            </a:r>
          </a:p>
          <a:p>
            <a:r>
              <a:rPr lang="en-US" dirty="0"/>
              <a:t>        write(</a:t>
            </a:r>
            <a:r>
              <a:rPr lang="en-US" dirty="0" err="1"/>
              <a:t>fd</a:t>
            </a:r>
            <a:r>
              <a:rPr lang="en-US" dirty="0"/>
              <a:t>, msg, 25);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// Parent process writes</a:t>
            </a:r>
          </a:p>
          <a:p>
            <a:r>
              <a:rPr lang="en-US" dirty="0"/>
              <a:t>    else {</a:t>
            </a:r>
          </a:p>
          <a:p>
            <a:r>
              <a:rPr lang="en-US" dirty="0"/>
              <a:t>        const char *msg = "Written by parent process\n";</a:t>
            </a:r>
          </a:p>
          <a:p>
            <a:r>
              <a:rPr lang="en-US" dirty="0"/>
              <a:t>        write(</a:t>
            </a:r>
            <a:r>
              <a:rPr lang="en-US" dirty="0" err="1"/>
              <a:t>fd</a:t>
            </a:r>
            <a:r>
              <a:rPr lang="en-US" dirty="0"/>
              <a:t>, msg, 26);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close(</a:t>
            </a:r>
            <a:r>
              <a:rPr lang="en-US" dirty="0" err="1"/>
              <a:t>fd</a:t>
            </a:r>
            <a:r>
              <a:rPr lang="en-US" dirty="0"/>
              <a:t>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5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>
                <a:solidFill>
                  <a:schemeClr val="accent2">
                    <a:lumMod val="50000"/>
                  </a:schemeClr>
                </a:solidFill>
                <a:highlight>
                  <a:srgbClr val="808080"/>
                </a:highlight>
              </a:rPr>
              <a:t>Advantages &amp;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4300" b="1" dirty="0">
                <a:solidFill>
                  <a:schemeClr val="accent2">
                    <a:lumMod val="50000"/>
                  </a:schemeClr>
                </a:solidFill>
                <a:highlight>
                  <a:srgbClr val="C0C0C0"/>
                </a:highlight>
              </a:rPr>
              <a:t>Advantages:</a:t>
            </a:r>
          </a:p>
          <a:p>
            <a:r>
              <a:rPr dirty="0"/>
              <a:t>- Simple to implement</a:t>
            </a:r>
          </a:p>
          <a:p>
            <a:r>
              <a:rPr dirty="0"/>
              <a:t>- Language independent</a:t>
            </a:r>
          </a:p>
          <a:p>
            <a:r>
              <a:rPr dirty="0"/>
              <a:t>- Data persists</a:t>
            </a:r>
          </a:p>
          <a:p>
            <a:r>
              <a:rPr sz="3900" b="1" dirty="0">
                <a:solidFill>
                  <a:schemeClr val="accent2">
                    <a:lumMod val="50000"/>
                  </a:schemeClr>
                </a:solidFill>
                <a:highlight>
                  <a:srgbClr val="C0C0C0"/>
                </a:highlight>
              </a:rPr>
              <a:t>Disadvantages:</a:t>
            </a:r>
          </a:p>
          <a:p>
            <a:r>
              <a:rPr dirty="0"/>
              <a:t>- Slow compared to other IPC</a:t>
            </a:r>
          </a:p>
          <a:p>
            <a:r>
              <a:rPr dirty="0"/>
              <a:t>- Risk of file corruption</a:t>
            </a:r>
          </a:p>
          <a:p>
            <a:r>
              <a:rPr dirty="0"/>
              <a:t>- No automatic synchronization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9FC5-EF3B-741B-E9E8-D51BC5377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13165"/>
            <a:ext cx="7772400" cy="3771900"/>
          </a:xfrm>
        </p:spPr>
        <p:txBody>
          <a:bodyPr>
            <a:normAutofit/>
          </a:bodyPr>
          <a:lstStyle/>
          <a:p>
            <a:r>
              <a:rPr lang="en-GB" sz="60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Thank You!</a:t>
            </a:r>
            <a:endParaRPr lang="en-US" sz="60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A66E9-73DE-75BE-F21A-B66B8D5C35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294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3784</TotalTime>
  <Words>410</Words>
  <Application>Microsoft Office PowerPoint</Application>
  <PresentationFormat>On-screen Show (4:3)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Calibri</vt:lpstr>
      <vt:lpstr>Wingdings</vt:lpstr>
      <vt:lpstr>Office Theme</vt:lpstr>
      <vt:lpstr>Name : Areeba Ali Topic : InterProcess Communication via Shared Files</vt:lpstr>
      <vt:lpstr>Process :</vt:lpstr>
      <vt:lpstr>InterProcessCommunication :</vt:lpstr>
      <vt:lpstr>Reasons to allow Processes To Communicate :</vt:lpstr>
      <vt:lpstr>Common IPC Methods:</vt:lpstr>
      <vt:lpstr> IPC via Shared Files :</vt:lpstr>
      <vt:lpstr>How It Works :</vt:lpstr>
      <vt:lpstr>Example 1 :</vt:lpstr>
      <vt:lpstr>Example 2 :</vt:lpstr>
      <vt:lpstr>Advantages &amp; Disadvantages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Areeba Ali</cp:lastModifiedBy>
  <cp:revision>8</cp:revision>
  <dcterms:created xsi:type="dcterms:W3CDTF">2013-01-27T09:14:16Z</dcterms:created>
  <dcterms:modified xsi:type="dcterms:W3CDTF">2025-12-15T09:00:26Z</dcterms:modified>
  <cp:category/>
</cp:coreProperties>
</file>